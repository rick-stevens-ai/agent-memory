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828800" y="2743200"/>
            <a:ext cx="8229600" cy="8229600"/>
          </a:xfrm>
          <a:prstGeom prst="roundRect">
            <a:avLst>
              <a:gd name="adj" fmla="val 5556"/>
            </a:avLst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INFRASTRUCTURE AT SCALE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STRATUS for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 of agents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local store to a multi-tenant fleet — what scales, and what to build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 ·  github.com/rick-stevens-ai/stratus  ·  Kukla  ·  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 hard part is done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AF6F0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128016" cy="32918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84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bones exist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651760"/>
            <a:ext cx="30449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tiers, an HTTP gateway, a background distiller, and lexical+semantic search — all shipping today.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1688" y="19202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920240"/>
            <a:ext cx="128016" cy="329184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0" name="Text 8"/>
          <p:cNvSpPr/>
          <p:nvPr/>
        </p:nvSpPr>
        <p:spPr>
          <a:xfrm>
            <a:off x="4672584" y="20848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cheap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72584" y="2651760"/>
            <a:ext cx="30449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 file + markdown blobs per agent. Hundreds of stores is megabytes, not a cluster.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83296" y="1920240"/>
            <a:ext cx="34747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920240"/>
            <a:ext cx="128016" cy="329184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gap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94192" y="2651760"/>
            <a:ext cx="290779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routing — a key that sends each request to its own store. That's the build.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= add tenant routing + move the distiller to a pool. Not a rewrite.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→ target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13294B"/>
          </a:solidFill>
          <a:ln w="317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single tenant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27889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2843784"/>
            <a:ext cx="34381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process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3584448"/>
            <a:ext cx="0" cy="27432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25880" y="397764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4032504"/>
            <a:ext cx="34381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distiller sidecar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4773168"/>
            <a:ext cx="0" cy="27432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77440" y="5239512"/>
            <a:ext cx="1554480" cy="539496"/>
          </a:xfrm>
          <a:prstGeom prst="roundRect">
            <a:avLst/>
          </a:prstGeom>
          <a:solidFill>
            <a:srgbClr val="3BA776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5074920"/>
            <a:ext cx="1554480" cy="329184"/>
          </a:xfrm>
          <a:prstGeom prst="ellipse">
            <a:avLst/>
          </a:prstGeom>
          <a:solidFill>
            <a:srgbClr val="3BA7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5614416"/>
            <a:ext cx="1554480" cy="329184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5989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06440" y="36576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1168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13294B"/>
          </a:solidFill>
          <a:ln w="31750">
            <a:solidFill>
              <a:srgbClr val="3BA7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multi-tenant fleet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49440" y="27889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2843784"/>
            <a:ext cx="38953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pool + load balancer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3584448"/>
            <a:ext cx="0" cy="27432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39776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4032504"/>
            <a:ext cx="38953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distiller workers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06840" y="4773168"/>
            <a:ext cx="0" cy="27432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78040" y="5239512"/>
            <a:ext cx="1188720" cy="539496"/>
          </a:xfrm>
          <a:prstGeom prst="roundRect">
            <a:avLst/>
          </a:prstGeom>
          <a:solidFill>
            <a:srgbClr val="3BA776"/>
          </a:solidFill>
          <a:ln/>
        </p:spPr>
      </p:sp>
      <p:sp>
        <p:nvSpPr>
          <p:cNvPr id="26" name="Shape 24"/>
          <p:cNvSpPr/>
          <p:nvPr/>
        </p:nvSpPr>
        <p:spPr>
          <a:xfrm>
            <a:off x="7178040" y="5074920"/>
            <a:ext cx="1188720" cy="329184"/>
          </a:xfrm>
          <a:prstGeom prst="ellipse">
            <a:avLst/>
          </a:prstGeom>
          <a:solidFill>
            <a:srgbClr val="3BA7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5614416"/>
            <a:ext cx="1188720" cy="329184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5989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49640" y="5239512"/>
            <a:ext cx="1188720" cy="539496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9640" y="5074920"/>
            <a:ext cx="1188720" cy="329184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9640" y="5614416"/>
            <a:ext cx="1188720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5989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store/B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21240" y="5239512"/>
            <a:ext cx="1188720" cy="539496"/>
          </a:xfrm>
          <a:prstGeom prst="roundRect">
            <a:avLst/>
          </a:prstGeom>
          <a:solidFill>
            <a:srgbClr val="33C3F0"/>
          </a:solidFill>
          <a:ln/>
        </p:spPr>
      </p:sp>
      <p:sp>
        <p:nvSpPr>
          <p:cNvPr id="34" name="Shape 32"/>
          <p:cNvSpPr/>
          <p:nvPr/>
        </p:nvSpPr>
        <p:spPr>
          <a:xfrm>
            <a:off x="9921240" y="5074920"/>
            <a:ext cx="1188720" cy="329184"/>
          </a:xfrm>
          <a:prstGeom prst="ellipse">
            <a:avLst/>
          </a:prstGeom>
          <a:solidFill>
            <a:srgbClr val="33C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21240" y="5614416"/>
            <a:ext cx="1188720" cy="329184"/>
          </a:xfrm>
          <a:prstGeom prst="ellipse">
            <a:avLst/>
          </a:prstGeom>
          <a:solidFill>
            <a:srgbClr val="33C3F0"/>
          </a:solidFill>
          <a:ln/>
        </p:spPr>
      </p:sp>
      <p:sp>
        <p:nvSpPr>
          <p:cNvPr id="36" name="Text 34"/>
          <p:cNvSpPr/>
          <p:nvPr/>
        </p:nvSpPr>
        <p:spPr>
          <a:xfrm>
            <a:off x="9829800" y="5989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already scales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" cy="749808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store path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blobs already env-driven (STRATUS_DB)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20116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BA77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0" y="20116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88336"/>
            <a:ext cx="128016" cy="749808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8833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gateway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688336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request handling on :8077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0" y="287121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BA77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287121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128016" cy="749808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4787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distiller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547872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sidecar; never blocks capture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0" y="373075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BA77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37307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407408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407408"/>
            <a:ext cx="128016" cy="749808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074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storage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4407408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sqlite-vec + markdown — tiny per agent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58400" y="459028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BA776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459028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266944"/>
            <a:ext cx="10927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128016" cy="749808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26694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routing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37760" y="5266944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→ one store/blob namespace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0" y="5449824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544982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five building blocks already exist. The fifth is a routing layer, not a redesign.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NEW PIECE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routing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tenant key on each request selects an isolated store + blob namespace.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52344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tenant key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3246120"/>
            <a:ext cx="1005840" cy="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26280" y="26974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752344"/>
            <a:ext cx="243230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store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3017520"/>
            <a:ext cx="1097280" cy="-502920"/>
          </a:xfrm>
          <a:prstGeom prst="line">
            <a:avLst/>
          </a:prstGeom>
          <a:noFill/>
          <a:ln w="38100">
            <a:solidFill>
              <a:srgbClr val="3BA7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23760" y="3246120"/>
            <a:ext cx="109728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3474720"/>
            <a:ext cx="1097280" cy="50292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2176272"/>
            <a:ext cx="1371600" cy="539496"/>
          </a:xfrm>
          <a:prstGeom prst="roundRect">
            <a:avLst/>
          </a:prstGeom>
          <a:solidFill>
            <a:srgbClr val="3BA776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011680"/>
            <a:ext cx="1371600" cy="329184"/>
          </a:xfrm>
          <a:prstGeom prst="ellipse">
            <a:avLst/>
          </a:prstGeom>
          <a:solidFill>
            <a:srgbClr val="3BA7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551176"/>
            <a:ext cx="1371600" cy="329184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3136392"/>
            <a:ext cx="1371600" cy="539496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2971800"/>
            <a:ext cx="1371600" cy="329184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511296"/>
            <a:ext cx="1371600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3920" y="4096512"/>
            <a:ext cx="1371600" cy="539496"/>
          </a:xfrm>
          <a:prstGeom prst="roundRect">
            <a:avLst/>
          </a:prstGeom>
          <a:solidFill>
            <a:srgbClr val="33C3F0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931920"/>
            <a:ext cx="1371600" cy="329184"/>
          </a:xfrm>
          <a:prstGeom prst="ellipse">
            <a:avLst/>
          </a:prstGeom>
          <a:solidFill>
            <a:srgbClr val="33C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471416"/>
            <a:ext cx="1371600" cy="329184"/>
          </a:xfrm>
          <a:prstGeom prst="ellipse">
            <a:avLst/>
          </a:prstGeom>
          <a:solidFill>
            <a:srgbClr val="33C3F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846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6400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0624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" y="43708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isolation by default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50976" y="4937760"/>
            <a:ext cx="58338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reads/writes only its own DB + blobs. No cross-tenant leakage — the path IS the boundary.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ISOLATION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shared recall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4023360" cy="4023360"/>
          </a:xfrm>
          <a:prstGeom prst="ellipse">
            <a:avLst/>
          </a:prstGeom>
          <a:solidFill>
            <a:srgbClr val="EAF6F0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331720"/>
            <a:ext cx="2834640" cy="2834640"/>
          </a:xfrm>
          <a:prstGeom prst="ellipse">
            <a:avLst/>
          </a:prstGeom>
          <a:solidFill>
            <a:srgbClr val="DBEAF5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2880360"/>
            <a:ext cx="1737360" cy="1737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3383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58521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828800"/>
            <a:ext cx="128016" cy="118872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2" name="Text 10"/>
          <p:cNvSpPr/>
          <p:nvPr/>
        </p:nvSpPr>
        <p:spPr>
          <a:xfrm>
            <a:off x="5980176" y="199339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0176" y="2560320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agent's memory. The private default.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3154680"/>
            <a:ext cx="58521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3154680"/>
            <a:ext cx="128016" cy="118872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80176" y="33192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0176" y="3886200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group of agents' shared knowledge.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0" y="4480560"/>
            <a:ext cx="58521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4480560"/>
            <a:ext cx="128016" cy="118872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20" name="Text 18"/>
          <p:cNvSpPr/>
          <p:nvPr/>
        </p:nvSpPr>
        <p:spPr>
          <a:xfrm>
            <a:off x="5980176" y="46451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80176" y="5212080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search across the whole fleet.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CONCERN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Distillation is the real cost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trivial. The work that scales with agent count is LLM extraction (T1→T3).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events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54680" y="30175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3657600" y="2907792"/>
            <a:ext cx="1737360" cy="859536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743200"/>
            <a:ext cx="1737360" cy="329184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3602736"/>
            <a:ext cx="1737360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977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30175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6035040" y="26974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69748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3200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Distiller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30175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9052560" y="26974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69748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3BA776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3200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atoms/scenes/core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927080" cy="1463040"/>
          </a:xfrm>
          <a:prstGeom prst="roundRect">
            <a:avLst>
              <a:gd name="adj" fmla="val 5625"/>
            </a:avLst>
          </a:prstGeom>
          <a:solidFill>
            <a:srgbClr val="EAF6F0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434840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459943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Knobs that hold cost flat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0976" y="516636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extraction across tenants · throttle distill cadence · size the worker pool to the LLM budget. Capture stays instant regardless — only distillation lags under load, and it lags gracefully.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ROUTE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tenant key + store resolver. The one new primitive.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3774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POOL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distiller from sidecar to an autoscaling worker pool.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294B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3774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SHARE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8803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cohort / fleet scoped search on top of isolated stores.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900684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294B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3774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3BA776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8803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to hundreds; grade latency + recall parity.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unblocks everything. Phases 2–4 are independent and can run in parallel.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&amp; RISK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work 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84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routing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651760"/>
            <a:ext cx="48280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MED · Risk LOW. The path IS the isolation boundary — simple and safe.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92024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0" name="Text 8"/>
          <p:cNvSpPr/>
          <p:nvPr/>
        </p:nvSpPr>
        <p:spPr>
          <a:xfrm>
            <a:off x="6528816" y="20848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Distiller pool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28816" y="2651760"/>
            <a:ext cx="47823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MED · Risk LOW. Already decoupled; this is a deployment shape.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65760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8221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Shared-scope search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50976" y="4389120"/>
            <a:ext cx="48280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MED · Risk MED. Cross-tenant queries need careful access rules.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349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65760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382219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hundreds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28816" y="4389120"/>
            <a:ext cx="47823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MED · Risk MED. LLM throughput is the binding limit, not storage.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watch: cross-tenant (fleet) search access rules. Everything else is mechanical.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 ALREADY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shadow run is the harness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270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17627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shadow mode bought us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74320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week of real traffic captured into STRATUS with zero risk to the agent — plus a weekly compare job that grades capture parity, tier counts, and recall A/B.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27080" cy="1737360"/>
          </a:xfrm>
          <a:prstGeom prst="roundRect">
            <a:avLst>
              <a:gd name="adj" fmla="val 4737"/>
            </a:avLst>
          </a:prstGeom>
          <a:solidFill>
            <a:srgbClr val="EAF6F0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657600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82219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 for scale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50976" y="438912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compare harness becomes the load-test oracle: spin up N synthetic tenants, replay traffic, and grade parity + latency against the single-tenant baseline before any production cutover.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facts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39696"/>
            <a:ext cx="402336" cy="402336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39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engine + gateway + distiller already ship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80944"/>
            <a:ext cx="402336" cy="402336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809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807208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trivial — one small store per agent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22192"/>
            <a:ext cx="402336" cy="402336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22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648456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new primitive is tenant routing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63440"/>
            <a:ext cx="402336" cy="402336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63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489704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scaling cost is LLM distillation, and it lags gracefully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504688"/>
            <a:ext cx="402336" cy="402336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04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5330952"/>
            <a:ext cx="9966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shadow-mode compare harness doubles as the load-test oracle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tenant routing first —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scale out the distiller.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primitive unblocks hundreds of agents. The rest is deployment, and the test harness already exists.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STRATUS at Scale</dc:title>
  <dc:subject>PptxGenJS Presentation</dc:subject>
  <dc:creator>Kukla</dc:creator>
  <cp:lastModifiedBy>Kukla</cp:lastModifiedBy>
  <cp:revision>1</cp:revision>
  <dcterms:created xsi:type="dcterms:W3CDTF">2026-06-23T02:41:30Z</dcterms:created>
  <dcterms:modified xsi:type="dcterms:W3CDTF">2026-06-23T02:41:30Z</dcterms:modified>
</cp:coreProperties>
</file>