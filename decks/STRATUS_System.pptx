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474720"/>
            <a:ext cx="3840480" cy="3840480"/>
          </a:xfrm>
          <a:prstGeom prst="ellipse">
            <a:avLst/>
          </a:prstGeom>
          <a:solidFill>
            <a:srgbClr val="33C3F0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-1828800" y="-1828800"/>
            <a:ext cx="7315200" cy="8229600"/>
          </a:xfrm>
          <a:prstGeom prst="roundRect">
            <a:avLst>
              <a:gd name="adj" fmla="val 6250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US-MADE AGENT MEMORY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144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STRATUS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Four-Tier Memory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·  How it works  ·  Scaling to hundreds of agents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 ·  github.com/rick-stevens-ai/stratus  ·  Kukla  ·  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STRATUS 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clean-room, Apache-2.0 memory engine: it turns raw agent conversation into durable, searchable knowledge — automatically.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752344"/>
            <a:ext cx="279806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conversation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3063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0" y="26974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752344"/>
            <a:ext cx="279806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memory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26680" y="3063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8321040" y="26974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0768" y="2752344"/>
            <a:ext cx="279806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Recalled in context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34340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507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deps only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50976" y="507492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+ sqlite-vec. No cloud.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15968" y="43434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434340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4507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26864" y="507492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 file + markdown blobs.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91856" y="43434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91856" y="434340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23" name="Text 21"/>
          <p:cNvSpPr/>
          <p:nvPr/>
        </p:nvSpPr>
        <p:spPr>
          <a:xfrm>
            <a:off x="8302752" y="4507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02752" y="507492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local embedder built in.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agents need this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28016" cy="1691640"/>
          </a:xfrm>
          <a:prstGeom prst="roundRect">
            <a:avLst>
              <a:gd name="adj" fmla="val 35714"/>
            </a:avLst>
          </a:prstGeom>
          <a:solidFill>
            <a:srgbClr val="C0444A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39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606040"/>
            <a:ext cx="4828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agents wake up blank. Context is finite. Monday's knowledge is gone by Tuesday.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703320"/>
            <a:ext cx="128016" cy="169164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3867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fix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50976" y="4434840"/>
            <a:ext cx="4828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it all in the prompt. Blows the budget, drowns the signal.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349240" cy="3520440"/>
          </a:xfrm>
          <a:prstGeom prst="roundRect">
            <a:avLst>
              <a:gd name="adj" fmla="val 2338"/>
            </a:avLst>
          </a:prstGeom>
          <a:solidFill>
            <a:srgbClr val="EAF6F0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74520"/>
            <a:ext cx="128016" cy="35204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4" name="Text 12"/>
          <p:cNvSpPr/>
          <p:nvPr/>
        </p:nvSpPr>
        <p:spPr>
          <a:xfrm>
            <a:off x="6528816" y="20391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STRATUS answer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28816" y="2606040"/>
            <a:ext cx="47823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tiered hierarchy — like cache → RAM → disk.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memory is injected. The long tail stays searchable on demand.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carries a compact working set, not its whole past — and the bits stay on infrastructure we control.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tiers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01168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01168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834640" y="21031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35040" y="2103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conversation log — every turn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2880360"/>
            <a:ext cx="0" cy="201168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71600" y="3081528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081528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081528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34640" y="31729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31729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LLM-extracted facts, prioritized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11680" y="3950208"/>
            <a:ext cx="0" cy="201168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" y="4151376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51376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151376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834640" y="4242816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35040" y="424281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summaries of related atoms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11680" y="5020056"/>
            <a:ext cx="0" cy="201168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371600" y="5221224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5221224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3BA776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221224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834640" y="531266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35040" y="531266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synthesized, updated profile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63550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names map 1:1 to the prior TDAI L0–L3; STRATUS is the clean-room rebuild.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· CAPTURE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T0 — the conversation stream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249424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1880" y="2743200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267712"/>
            <a:ext cx="1554480" cy="85953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2103120"/>
            <a:ext cx="1554480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2962656"/>
            <a:ext cx="1554480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3375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FTS5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3840" y="2267712"/>
            <a:ext cx="1554480" cy="859536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2103120"/>
            <a:ext cx="1554480" cy="329184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2962656"/>
            <a:ext cx="1554480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33375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11880" y="2468880"/>
            <a:ext cx="12344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3017520"/>
            <a:ext cx="425196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1148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14800"/>
            <a:ext cx="128016" cy="160020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" y="4279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+ semantic in one store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50976" y="4846320"/>
            <a:ext cx="4828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(FTS5) and vectors (sqlite-vec) live side by side — no separate services.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41148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114800"/>
            <a:ext cx="128016" cy="160020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23" name="Text 21"/>
          <p:cNvSpPr/>
          <p:nvPr/>
        </p:nvSpPr>
        <p:spPr>
          <a:xfrm>
            <a:off x="6528816" y="427939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this machine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28816" y="4846320"/>
            <a:ext cx="47823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579 turns captured and full-text indexed, mirrored from the running agent in shadow mode.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STRUCTURE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 — atoms (extracted facts)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schedule, an LLM distills the stream into durable, typed atoms: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60320"/>
            <a:ext cx="128016" cy="274320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50976" y="3291840"/>
            <a:ext cx="299923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traits &amp; preferences.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“Wants LLM judgment, not regex.”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5968" y="25603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2560320"/>
            <a:ext cx="128016" cy="274320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26864" y="3291840"/>
            <a:ext cx="299923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with dates.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“Fixed the FTS5 500 bug on 06-23.”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91856" y="25603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91856" y="2560320"/>
            <a:ext cx="128016" cy="274320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02752" y="3291840"/>
            <a:ext cx="299923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rules.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echo passwords.”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atom carries a priority and is upserted — duplicates merge instead of piling up.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2 &amp; 3 · SYNTHESIS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 scenes → T3 core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28016" cy="361188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Scenes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606040"/>
            <a:ext cx="49194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atoms grouped into a readable narrative chunk, written as a dated markdown blob.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“Converging STRATUS with TDAI for shadow dual-run.”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 unit between one fact and the whole history.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EAF6F0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74520"/>
            <a:ext cx="128016" cy="361188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0" name="Text 8"/>
          <p:cNvSpPr/>
          <p:nvPr/>
        </p:nvSpPr>
        <p:spPr>
          <a:xfrm>
            <a:off x="6574536" y="20391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Core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74536" y="2606040"/>
            <a:ext cx="47365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scenes, an LLM synthesizes one profile (core.md), updated continuously.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most-compressed tier — injected first on every recall.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standing model of its human.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promotion pipeline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fire in sequence, in a background sidecar — the conversation never waits.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add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63240" y="3291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3520440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7432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2461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extract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3291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3294B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7432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scenes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41080" y="3291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9098280" y="2743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3294B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27432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3BA776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2461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core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instant; distillation is a separate process. A STRATUS bug can never slow or break the agent.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gateway, four tiers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reachable over a small HTTP API on :8077 — one route group per tier.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27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514600"/>
            <a:ext cx="128016" cy="77724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/stream/*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89120" y="25146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search · query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927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401568"/>
            <a:ext cx="128016" cy="77724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015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/atoms/*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389120" y="3401568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· search · query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10927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88536"/>
            <a:ext cx="128016" cy="77724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8853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/scenes/*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89120" y="4288536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read · ls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5175504"/>
            <a:ext cx="10927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175504"/>
            <a:ext cx="128016" cy="7772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755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/core/*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389120" y="5175504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read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shipped: a CLI (bin/stratus) and a 13-test smoke suite — “ALL TIERS GREEN.”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memory is searched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" cy="192024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993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560320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exact-term match. Fast, transparent.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828800"/>
            <a:ext cx="128016" cy="192024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993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26864" y="2560320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sqlite-vec meaning match. Related ideas, different words.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91856" y="1828800"/>
            <a:ext cx="128016" cy="192024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993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02752" y="2560320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both. The default.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27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77640"/>
            <a:ext cx="128016" cy="160020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414223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embedder modes — same code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0976" y="47091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STRATUS_EMBED=local  —  deterministic, offline, zero network.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STRATUS_EMBED=remote  —  any OpenAI-compatible endpoint (we use Argo / ALCF).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Proving it safely: shadow mode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runs alongside the live system for a week — capturing, never injecting.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13294B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706624"/>
            <a:ext cx="298094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 (TDAI)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authoritative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injects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JSONL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3383280"/>
            <a:ext cx="1554480" cy="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77840" y="265176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2706624"/>
            <a:ext cx="288950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tap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 the stream,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each turn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3383280"/>
            <a:ext cx="1005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829800" y="26517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39528" y="2706624"/>
            <a:ext cx="1517904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inject)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927080" cy="1463040"/>
          </a:xfrm>
          <a:prstGeom prst="roundRect">
            <a:avLst>
              <a:gd name="adj" fmla="val 5625"/>
            </a:avLst>
          </a:prstGeom>
          <a:solidFill>
            <a:srgbClr val="EAF6F0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480560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64515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50976" y="521208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never feeds the agent loop during the trial. A bug degrades nothing. A weekly compare job grades capture parity, tier counts, and recall A/B before any cutover.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MACHINE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STRATUS, live in shadow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579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turns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29000" y="21945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210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342900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atoms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0" y="21945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13/13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621792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green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006840" y="21945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9006840" y="3246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927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434840"/>
            <a:ext cx="128016" cy="128016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59943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50976" y="51663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579 mirrored turns the sidecar distilled 210 atoms, a scene blob, and a synthesized core profile — on two npm dependencies, one SQLite file, and no cloud.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7315200" cy="7315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to hundreds of agents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that scale independently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store to a fleet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1737360"/>
            <a:ext cx="3931920" cy="50292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737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2240280"/>
            <a:ext cx="0" cy="32004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6974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9748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33C3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INGEST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gateways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 load balancer.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go to a queue.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26974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69748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DISTILL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3200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Distiller pool runs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T0→T3 per tenant.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269748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697480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3BA776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92440" y="32004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stores +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cross-agent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search.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69080" y="29718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26680" y="29718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5120640" y="4736592"/>
            <a:ext cx="1920240" cy="676656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4572000"/>
            <a:ext cx="1920240" cy="329184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5248656"/>
            <a:ext cx="1920240" cy="3291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5623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event queue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block on each other; the queue absorbs load and preserves order.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gap, and the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993392"/>
            <a:ext cx="10378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one store per process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5603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ships single-store. Per-agent isolation — a tenant key routing each request to its own DB + blob path — is the one piece not yet built. Everything else already exists.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511296"/>
            <a:ext cx="457200" cy="457200"/>
          </a:xfrm>
          <a:prstGeom prst="ellipse">
            <a:avLst/>
          </a:prstGeom>
          <a:solidFill>
            <a:srgbClr val="33C3F0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08760" y="338328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routing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338328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each request to its own store — the missing piece.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279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08760" y="415137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storage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415137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→ pooled / clustered behind one adapter.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919472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047488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047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508760" y="491947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the distiller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4919472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→ autoscaling worker pool.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687568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815584"/>
            <a:ext cx="457200" cy="457200"/>
          </a:xfrm>
          <a:prstGeom prst="ellipse">
            <a:avLst/>
          </a:prstGeom>
          <a:solidFill>
            <a:srgbClr val="3BA77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815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508760" y="568756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to hundreds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568756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latency + parity under full fleet load.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US-made, Apache-2.0, four-tier memory engine.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3294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94436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4436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2944368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T0→T3 distillation; one HTTP gateway; lexical+semantic search.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968496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3294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68496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68496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297680" y="3968496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deps, runs offline, validated in shadow against the live system.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992624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13294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992624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92624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A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297680" y="4992624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tiers; only tenant-routing remains to build.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STRATUS Memory System</dc:title>
  <dc:subject>PptxGenJS Presentation</dc:subject>
  <dc:creator>Kukla</dc:creator>
  <cp:lastModifiedBy>Kukla</cp:lastModifiedBy>
  <cp:revision>1</cp:revision>
  <dcterms:created xsi:type="dcterms:W3CDTF">2026-06-23T02:41:30Z</dcterms:created>
  <dcterms:modified xsi:type="dcterms:W3CDTF">2026-06-23T02:41:30Z</dcterms:modified>
</cp:coreProperties>
</file>